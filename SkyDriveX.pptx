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Instrument Sans Bold" panose="020B0604020202020204" charset="0"/>
      <p:regular r:id="rId9"/>
    </p:embeddedFont>
    <p:embeddedFont>
      <p:font typeface="Instrument Sans Medium" panose="020B0604020202020204" charset="0"/>
      <p:regular r:id="rId10"/>
    </p:embeddedFont>
    <p:embeddedFont>
      <p:font typeface="Instrument Sans Semi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18107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284073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SkyDriveX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3714849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Secure Cloud-Based File Storage Platform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E2E3E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419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Project Overview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661475" y="2216051"/>
            <a:ext cx="3053877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41141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MERN Stack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820095"/>
            <a:ext cx="26631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Secure, scalable cloud storage platform built end-to-end with the MERN Stack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216051"/>
            <a:ext cx="3053976" cy="1706662"/>
          </a:xfrm>
          <a:prstGeom prst="roundRect">
            <a:avLst>
              <a:gd name="adj" fmla="val 4652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41141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AWS S3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2820095"/>
            <a:ext cx="26632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Integrated with Amazon S3 for reliable, enterprise-grade file storage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11172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E2E3E9"/>
          </a:solidFill>
          <a:ln w="6350">
            <a:solidFill>
              <a:srgbClr val="C8C9C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307086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Private Accounts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4715768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Users get private, secure accounts to store and manage their digital files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33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Features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02036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2710755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Authentication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119438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Secure registration &amp; login powered by JWT + Bcrypt encryption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002036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2710755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File Operations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119438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Upload, download, preview, rename, move, search, and delete files with ease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811018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Folder Management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219700"/>
            <a:ext cx="53162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Create and organize files into folders for clean, structured storage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811018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S3 Storage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219700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All files stored securely and durably on Amazon S3 infrastructure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3201" y="2404765"/>
            <a:ext cx="2175019" cy="15179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49205" y="2619177"/>
            <a:ext cx="16446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4949205" y="3103463"/>
            <a:ext cx="164460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React.js, Vite, HTML5, CSS3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7227" y="2404765"/>
            <a:ext cx="2175118" cy="151794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13231" y="2619177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9" name="Text 4"/>
          <p:cNvSpPr/>
          <p:nvPr/>
        </p:nvSpPr>
        <p:spPr>
          <a:xfrm>
            <a:off x="7313231" y="3103463"/>
            <a:ext cx="16447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Node.js, Express.js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61353" y="2404765"/>
            <a:ext cx="2175118" cy="15179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7356" y="2619177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2" name="Text 6"/>
          <p:cNvSpPr/>
          <p:nvPr/>
        </p:nvSpPr>
        <p:spPr>
          <a:xfrm>
            <a:off x="9677356" y="3103463"/>
            <a:ext cx="16447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MongoDB Atlas</a:t>
            </a:r>
            <a:endParaRPr lang="en-US" sz="14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3201" y="4111724"/>
            <a:ext cx="2175019" cy="121552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949205" y="4326136"/>
            <a:ext cx="164460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Storage</a:t>
            </a:r>
            <a:endParaRPr lang="en-US" sz="1850" dirty="0"/>
          </a:p>
        </p:txBody>
      </p:sp>
      <p:sp>
        <p:nvSpPr>
          <p:cNvPr id="15" name="Text 8"/>
          <p:cNvSpPr/>
          <p:nvPr/>
        </p:nvSpPr>
        <p:spPr>
          <a:xfrm>
            <a:off x="4949205" y="4810423"/>
            <a:ext cx="164460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Amazon S3</a:t>
            </a:r>
            <a:endParaRPr lang="en-US" sz="14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97227" y="4111724"/>
            <a:ext cx="2175118" cy="121552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313231" y="4326136"/>
            <a:ext cx="164470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</a:t>
            </a:r>
            <a:endParaRPr lang="en-US" sz="1850" dirty="0"/>
          </a:p>
        </p:txBody>
      </p:sp>
      <p:sp>
        <p:nvSpPr>
          <p:cNvPr id="18" name="Text 10"/>
          <p:cNvSpPr/>
          <p:nvPr/>
        </p:nvSpPr>
        <p:spPr>
          <a:xfrm>
            <a:off x="7313231" y="4810423"/>
            <a:ext cx="164470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JWT, Bcrypt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8836"/>
            <a:ext cx="10868745" cy="396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Architecture &amp; Data Flow</a:t>
            </a:r>
            <a:endParaRPr lang="en-US" sz="2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5044" y="1096367"/>
            <a:ext cx="7341607" cy="49668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0015" y="3193286"/>
            <a:ext cx="1336847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Authorized Data Flow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7407983" y="4494163"/>
            <a:ext cx="1988798" cy="61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Node.js / Express.js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407983" y="5192492"/>
            <a:ext cx="1988798" cy="40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Authorizes and routes requests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747190" y="4647007"/>
            <a:ext cx="198879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MongoDB Atlas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2747190" y="5039648"/>
            <a:ext cx="1988797" cy="40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user data and metadata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7190" y="1701523"/>
            <a:ext cx="1988797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Amazon S3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747190" y="2094164"/>
            <a:ext cx="1988797" cy="40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Stores and retrieves files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20720" y="1701523"/>
            <a:ext cx="1988798" cy="30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React.js frontend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7420720" y="2094164"/>
            <a:ext cx="1988798" cy="408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87000"/>
              </a:lnSpc>
              <a:buNone/>
            </a:pPr>
            <a:r>
              <a:rPr lang="en-US" sz="150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Sends authenticated requests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1475" y="6159202"/>
            <a:ext cx="11478330" cy="169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1000"/>
              </a:lnSpc>
              <a:buNone/>
            </a:pPr>
            <a:r>
              <a:rPr lang="en-US" sz="9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request is authorized at the backend layer — ensuring users access only their own data, while files rest securely in S3 and metadata lives in MongoDB Atlas.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44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50546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Team &amp; Next Steps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63118"/>
            <a:ext cx="1169561" cy="11695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67270" y="2563118"/>
            <a:ext cx="391041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Ravi Ranjan Bhakt — Backend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2067270" y="2971800"/>
            <a:ext cx="3910411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25MCC20020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Node.js, Express.js, MongoDB Atlas, AWS S3 integration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915" y="2563118"/>
            <a:ext cx="1169561" cy="11695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619710" y="2563118"/>
            <a:ext cx="391051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Monika Agarwal — Frontend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7619710" y="2971800"/>
            <a:ext cx="3910510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45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25MCC20032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B5F71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React.js, Vite, UI/UX design, responsive interface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472468" y="5401864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E2E3E9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9281" y="4326909"/>
            <a:ext cx="236234" cy="1890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86716" y="5638104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Together, Ravi and Monika cover the full MERN Stack — from secure cloud infrastructure to a polished user experience.</a:t>
            </a:r>
            <a:endParaRPr lang="en-US" sz="145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6A393F11-46C2-BE00-9D42-03C40313A943}"/>
              </a:ext>
            </a:extLst>
          </p:cNvPr>
          <p:cNvSpPr/>
          <p:nvPr/>
        </p:nvSpPr>
        <p:spPr>
          <a:xfrm>
            <a:off x="1996330" y="4263081"/>
            <a:ext cx="3910510" cy="1020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600" dirty="0">
                <a:solidFill>
                  <a:srgbClr val="5B5F71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Shubham</a:t>
            </a:r>
            <a:endParaRPr lang="en-US" sz="1600" dirty="0"/>
          </a:p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1200" b="1" dirty="0">
                <a:solidFill>
                  <a:srgbClr val="5B5F71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25MCC20078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277</Words>
  <Application>Microsoft Office PowerPoint</Application>
  <PresentationFormat>Widescreen</PresentationFormat>
  <Paragraphs>56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Instrument Sans SemiBold</vt:lpstr>
      <vt:lpstr>Instrument Sans Medium</vt:lpstr>
      <vt:lpstr>Instrument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RAVI RANJAN BHAKT</cp:lastModifiedBy>
  <cp:revision>2</cp:revision>
  <dcterms:created xsi:type="dcterms:W3CDTF">2026-09-10T08:24:55Z</dcterms:created>
  <dcterms:modified xsi:type="dcterms:W3CDTF">2026-09-10T08:29:57Z</dcterms:modified>
</cp:coreProperties>
</file>